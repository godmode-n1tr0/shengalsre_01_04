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9" r:id="rId4"/>
    <p:sldId id="258" r:id="rId5"/>
    <p:sldId id="257" r:id="rId6"/>
    <p:sldId id="26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D9716D-82CA-49EB-8A95-DC6C642B8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24EE41-6AEE-4826-929A-BD0A1BE8A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AED98B-49FB-489E-A1DC-0ED0BEFA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EB1EF6-F389-4192-89CA-BC9CEACB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EEEA6F-8FA1-4328-9530-041EFC3F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87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073664-5A76-48B3-A0B3-32CCAC29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F16280-7A44-48C3-A177-2E0C498B1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16A18D-5AD2-4762-95C5-FEAAE0F6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97DC07-03BE-41DB-BC7A-A089E13E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8D3822-B136-4161-9C5D-1F761DEDE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75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B2E4D-2EBB-426B-90D3-0BB85D872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8D018D-41FF-40AA-86B6-0C0D8B6B7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A89B10-2DE8-4C5C-8B7B-1A9639B48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D224DA-F8FB-4A87-B0CD-B8178DE40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A7E91A-4DD9-4CE4-9E35-61FA85CA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383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31395-CD03-4F7D-A93B-806EE6E8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0B9DA6-063E-47B5-ADE8-47AA44A4A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05613C-8B58-4CCE-8935-B1510174C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9EBC5DE-3D1F-41D9-9803-804374CC2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AACB8F-239F-45E9-B6A9-12031718A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66CDE9-9D43-489D-90FD-349C961B7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041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F4D91B-5094-4704-BAE4-44981D2A1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482121B-A563-4479-9287-B44C5D8EC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42C39E-E3BE-4649-9893-876CB17F59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2E31C20-1F92-4DEF-8385-0E6CB005F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2FE767-674C-42A4-A1FE-3CE6428CD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B569777-AC5A-4255-AC17-ABA880FE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DA87BC-727D-4B3B-977C-175475F8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7802989-06EB-4500-8A4F-C694238D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860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D10D1D-D4A7-4E9E-9919-558EC71A3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EAEC344-7592-4398-B1D0-31B89A71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12FEF4-A7F2-46A9-B76F-EAD0026B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316CA7C-3B07-4AE5-818A-D15A97E2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98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6DF8716-7241-462D-A5CB-BB10897E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1B0A250-4867-4F84-90F3-B5ED35E10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C28D53-A939-47CD-9E9F-14D716F8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105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875ED5-6497-468F-BBDA-327FD9121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66A7F2-1C1C-4472-8C8E-D9743C4E2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B9AC88-BF49-4509-AFFB-7C2261AE9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49E45A-8EE6-4137-AC77-08C3129B5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526D3B-BBAE-4175-8EAF-778989DC3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E5CC0A-89FC-4C6A-82CC-0D9D843E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91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B7244-C198-416E-88F9-6B4F04E4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3CC6D0E-D279-4443-866D-67A579A6F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BC4FB5-B99E-4968-88E2-52BDDC79D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349BBB-7932-401C-8896-7FDDBE14E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DCFEE6-11DD-4B83-9DD5-0E890139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5560F78-C2CF-4E5C-BF31-F50FB9D7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268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65CF1E-E865-4B7D-AD5A-D2EA7E5E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4E703B-DC83-444C-9096-27CABE31E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400D0-D7EB-4F66-B389-9031E145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0A7F76-6954-4BA3-AEF5-C438088F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0815FD-86C9-49DD-BD6F-FEC2FFE5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388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4C58FA0-3DFF-42E7-8AC3-67EB75521C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55CBDF5-B44C-4CF7-A2DC-8F5034621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0C80BB-7E31-4D5F-A94E-2395D975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25ACD8-C7FA-4ED1-8172-B4566910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53BD47-C92A-4046-9378-2F4F171C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3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AA055-EAC9-4C06-A590-01F9973B9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F40D59-4059-4D36-A76C-B88682892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88CFB6-49CF-46D7-A93A-733B357723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AF9EA-9339-4048-B342-43B276FA3EBD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BDB5DAF-6F20-4425-B1FC-657EF1CA2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6302ED-8E71-473F-961F-C122B26BE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AC141-E35D-4F87-A569-4E8B87E603B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719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6DA0C-8924-4B7B-BE15-5885094E8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25624"/>
            <a:ext cx="9144000" cy="704619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Кредитный Калькулятор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1AF1F3-6EC4-4A12-A04A-13F25943008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8995" y="3542127"/>
            <a:ext cx="340003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Простое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-приложение на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функция: расчет ежемесячных платежей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Два основных экрана: авторизация и калькулятор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платформа: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5.0+ </a:t>
            </a:r>
            <a:endParaRPr kumimoji="0" lang="en-US" altLang="ru-RU" sz="12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Язык разработки: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100%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691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A9908D-8BCF-4128-9386-CFF340D863DD}"/>
              </a:ext>
            </a:extLst>
          </p:cNvPr>
          <p:cNvSpPr txBox="1"/>
          <p:nvPr/>
        </p:nvSpPr>
        <p:spPr>
          <a:xfrm>
            <a:off x="514904" y="603682"/>
            <a:ext cx="743060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ПРИЛОЖЕНИЯ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─────────────────────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Паттерн: MVC (Model-View-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2 основных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MainActivity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KreditActivity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Четкое разделение ответственности между компонентами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Язык: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Минимальная SDK: 21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5.0)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компоненты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ConstraintLayout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адаптивной верстки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83774-BDAC-470B-9FB2-BAEB381802DE}"/>
              </a:ext>
            </a:extLst>
          </p:cNvPr>
          <p:cNvSpPr txBox="1"/>
          <p:nvPr/>
        </p:nvSpPr>
        <p:spPr>
          <a:xfrm>
            <a:off x="6793636" y="252675"/>
            <a:ext cx="605235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 ПРИЛОЖЕНИЯ: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(XML):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activity_main.xml - экран авторизации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activity_kredit.xml - калькулятор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компоненты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Адаптивная верстка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(KOTLIN):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MainActivity.kt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логика входа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KreditActivity.kt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расчеты платежей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Обработка пользовательского ввода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Навигация между экранами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(БИЗНЕС-ЛОГИКА):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Формула аннуитетного платежа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├── Валидация входных данных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└── Расчет финансовых показателей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ОСОБЕННОСТИ: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Простая навигация через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Intent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Валидация пользовательского ввода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Локализация на русском языке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Оптимизация под разные размеры экранов</a:t>
            </a:r>
          </a:p>
        </p:txBody>
      </p:sp>
    </p:spTree>
    <p:extLst>
      <p:ext uri="{BB962C8B-B14F-4D97-AF65-F5344CB8AC3E}">
        <p14:creationId xmlns:p14="http://schemas.microsoft.com/office/powerpoint/2010/main" val="3201766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065C78-50F1-4906-9A5C-59A023CE1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788" y="1401539"/>
            <a:ext cx="2981741" cy="2314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117BF1-A4D6-4086-954F-2E1E763B8781}"/>
              </a:ext>
            </a:extLst>
          </p:cNvPr>
          <p:cNvSpPr txBox="1"/>
          <p:nvPr/>
        </p:nvSpPr>
        <p:spPr>
          <a:xfrm>
            <a:off x="958788" y="665826"/>
            <a:ext cx="3133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Классов</a:t>
            </a:r>
          </a:p>
        </p:txBody>
      </p:sp>
    </p:spTree>
    <p:extLst>
      <p:ext uri="{BB962C8B-B14F-4D97-AF65-F5344CB8AC3E}">
        <p14:creationId xmlns:p14="http://schemas.microsoft.com/office/powerpoint/2010/main" val="153864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0DCB78-1848-4CD2-BE94-70C9E46AC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01" y="2487014"/>
            <a:ext cx="11132598" cy="20428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2049C0-DC6C-4F1D-BFCC-50B949F8F573}"/>
              </a:ext>
            </a:extLst>
          </p:cNvPr>
          <p:cNvSpPr txBox="1"/>
          <p:nvPr/>
        </p:nvSpPr>
        <p:spPr>
          <a:xfrm>
            <a:off x="1029810" y="754602"/>
            <a:ext cx="29385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</a:t>
            </a:r>
          </a:p>
        </p:txBody>
      </p:sp>
    </p:spTree>
    <p:extLst>
      <p:ext uri="{BB962C8B-B14F-4D97-AF65-F5344CB8AC3E}">
        <p14:creationId xmlns:p14="http://schemas.microsoft.com/office/powerpoint/2010/main" val="3634280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8B50E4E-284B-41AC-8D26-972056842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969" y="614391"/>
            <a:ext cx="47152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B41DD4-30F6-40B2-B4E6-B52CB2614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092" y="2036429"/>
            <a:ext cx="5387515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ПАТТЕРН: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MVC (Model-View-Controller)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Представление):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activity_main.xml -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авторизации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activity_kredit.xml -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калькулятора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 Design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Controller 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MainActivity.kt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авторизации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ru-RU" sz="16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KreditActivity.kt</a:t>
            </a: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логика калькулятора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Модель):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Встроенная бизнес-логика расчета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Формула аннуитетного платежа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58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9DD70-03B8-45AE-A1D8-555F05418471}"/>
              </a:ext>
            </a:extLst>
          </p:cNvPr>
          <p:cNvSpPr txBox="1"/>
          <p:nvPr/>
        </p:nvSpPr>
        <p:spPr>
          <a:xfrm>
            <a:off x="250794" y="1018141"/>
            <a:ext cx="60945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БИБЛИОТЕКИ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─────────────────────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ВКЛЮЧЕННЫЕ БИБЛИОТЕКИ: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androidx.appcompat:appcompat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совместимость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com.google.android.material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UI компоненты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androidx.core:core-ktx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расширения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build.gradle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зависимости: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'androidx.core:core-ktx:1.9.0'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'androidx.appcompat:appcompat:1.6.0'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'com.google.android.material:material:1.8.0'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'androidx.constraintlayout:2.1.4'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7EC9F-4C69-46B8-B31E-2169AFDD7DB6}"/>
              </a:ext>
            </a:extLst>
          </p:cNvPr>
          <p:cNvSpPr txBox="1"/>
          <p:nvPr/>
        </p:nvSpPr>
        <p:spPr>
          <a:xfrm>
            <a:off x="6030157" y="1018141"/>
            <a:ext cx="60945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НЕ ИСПОЛЬЗОВАЛИСЬ СЛОЖНЫЕ БИБЛИОТЕКИ?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──────────────────────────────────────────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ROOM DATABASE - нет потребности в локальном хранилище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RETROFIT - отсутствуют сетевые запросы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DAGGER/HILT - приложение слишком простое для DI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COROUTINES/FLOW - вычисления легкие, не требуют асинхронности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FIREBASE - нет потребности в аналитике/удаленной конфигурации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Минималистичный подход - только необходимые зависимости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уменьшения размера APK и упрощения поддержки.</a:t>
            </a:r>
          </a:p>
        </p:txBody>
      </p:sp>
    </p:spTree>
    <p:extLst>
      <p:ext uri="{BB962C8B-B14F-4D97-AF65-F5344CB8AC3E}">
        <p14:creationId xmlns:p14="http://schemas.microsoft.com/office/powerpoint/2010/main" val="16750168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395</Words>
  <Application>Microsoft Office PowerPoint</Application>
  <PresentationFormat>Широкоэкранный</PresentationFormat>
  <Paragraphs>85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Проект: Кредитный Калькулятор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Кредитный Калькулятор</dc:title>
  <dc:creator>305-7</dc:creator>
  <cp:lastModifiedBy>305-7</cp:lastModifiedBy>
  <cp:revision>3</cp:revision>
  <dcterms:created xsi:type="dcterms:W3CDTF">2025-11-19T11:17:18Z</dcterms:created>
  <dcterms:modified xsi:type="dcterms:W3CDTF">2025-11-19T11:38:58Z</dcterms:modified>
</cp:coreProperties>
</file>